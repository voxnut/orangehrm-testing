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77389573640c7" /><Relationship Type="http://schemas.openxmlformats.org/officeDocument/2006/relationships/extended-properties" Target="/docProps/app.xml" Id="R73e61149473c407f" /><Relationship Type="http://schemas.openxmlformats.org/officeDocument/2006/relationships/officeDocument" Target="/ppt/presentation.xml" Id="R3ea7083e012a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7b0e7b51e40f7"/>
  </p:sldMasterIdLst>
  <p:notesMasterIdLst>
    <p:notesMasterId xmlns:r="http://schemas.openxmlformats.org/officeDocument/2006/relationships" r:id="R046d933f89ba4ddc"/>
  </p:notesMasterIdLst>
  <p:sldIdLst>
    <p:sldId xmlns:r="http://schemas.openxmlformats.org/officeDocument/2006/relationships" id="256" r:id="R2c9e298bdb0c44e0"/>
    <p:sldId xmlns:r="http://schemas.openxmlformats.org/officeDocument/2006/relationships" id="257" r:id="R70cd94fba02f4db0"/>
    <p:sldId xmlns:r="http://schemas.openxmlformats.org/officeDocument/2006/relationships" id="258" r:id="R7947253f10bd4bb7"/>
    <p:sldId xmlns:r="http://schemas.openxmlformats.org/officeDocument/2006/relationships" id="259" r:id="R067ea78a05b34157"/>
    <p:sldId xmlns:r="http://schemas.openxmlformats.org/officeDocument/2006/relationships" id="260" r:id="R7a17bf7e1a244270"/>
    <p:sldId xmlns:r="http://schemas.openxmlformats.org/officeDocument/2006/relationships" id="261" r:id="R74aa03823938489e"/>
    <p:sldId xmlns:r="http://schemas.openxmlformats.org/officeDocument/2006/relationships" id="262" r:id="Rd1bf953e981a42da"/>
    <p:sldId xmlns:r="http://schemas.openxmlformats.org/officeDocument/2006/relationships" id="263" r:id="Rbf01476442f241a2"/>
    <p:sldId xmlns:r="http://schemas.openxmlformats.org/officeDocument/2006/relationships" id="264" r:id="Ra79f81ab6d8b4e20"/>
    <p:sldId xmlns:r="http://schemas.openxmlformats.org/officeDocument/2006/relationships" id="265" r:id="Ra8d081250f9d49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4209889eb44bd" /><Relationship Type="http://schemas.openxmlformats.org/officeDocument/2006/relationships/slideMaster" Target="/ppt/slideMasters/slideMaster1.xml" Id="R6327b0e7b51e40f7" /><Relationship Type="http://schemas.openxmlformats.org/officeDocument/2006/relationships/notesMaster" Target="/ppt/notesMasters/notesMaster1.xml" Id="R046d933f89ba4ddc" /><Relationship Type="http://schemas.openxmlformats.org/officeDocument/2006/relationships/presProps" Target="/ppt/presProps.xml" Id="Rd3870f554fbb4447" /><Relationship Type="http://schemas.openxmlformats.org/officeDocument/2006/relationships/tableStyles" Target="/ppt/tableStyles.xml" Id="Rdb3a90a7ae87443c" /><Relationship Type="http://schemas.openxmlformats.org/officeDocument/2006/relationships/slide" Target="/ppt/slides/slide1.xml" Id="R2c9e298bdb0c44e0" /><Relationship Type="http://schemas.openxmlformats.org/officeDocument/2006/relationships/slide" Target="/ppt/slides/slide2.xml" Id="R70cd94fba02f4db0" /><Relationship Type="http://schemas.openxmlformats.org/officeDocument/2006/relationships/slide" Target="/ppt/slides/slide3.xml" Id="R7947253f10bd4bb7" /><Relationship Type="http://schemas.openxmlformats.org/officeDocument/2006/relationships/slide" Target="/ppt/slides/slide4.xml" Id="R067ea78a05b34157" /><Relationship Type="http://schemas.openxmlformats.org/officeDocument/2006/relationships/slide" Target="/ppt/slides/slide5.xml" Id="R7a17bf7e1a244270" /><Relationship Type="http://schemas.openxmlformats.org/officeDocument/2006/relationships/slide" Target="/ppt/slides/slide6.xml" Id="R74aa03823938489e" /><Relationship Type="http://schemas.openxmlformats.org/officeDocument/2006/relationships/slide" Target="/ppt/slides/slide7.xml" Id="Rd1bf953e981a42da" /><Relationship Type="http://schemas.openxmlformats.org/officeDocument/2006/relationships/slide" Target="/ppt/slides/slide8.xml" Id="Rbf01476442f241a2" /><Relationship Type="http://schemas.openxmlformats.org/officeDocument/2006/relationships/slide" Target="/ppt/slides/slide9.xml" Id="Ra79f81ab6d8b4e20" /><Relationship Type="http://schemas.openxmlformats.org/officeDocument/2006/relationships/slide" Target="/ppt/slides/slide10.xml" Id="Ra8d081250f9d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2f2897612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25f0661daa46ca" /><Relationship Type="http://schemas.openxmlformats.org/officeDocument/2006/relationships/notesMaster" Target="/ppt/notesMasters/notesMaster1.xml" Id="Rfb018c3d2c6a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389bcbc0524e04" /><Relationship Type="http://schemas.openxmlformats.org/officeDocument/2006/relationships/notesMaster" Target="/ppt/notesMasters/notesMaster1.xml" Id="R0b58e5af72624e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414f942524170" /><Relationship Type="http://schemas.openxmlformats.org/officeDocument/2006/relationships/notesMaster" Target="/ppt/notesMasters/notesMaster1.xml" Id="Re22a91fad26d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f87e224c52435f" /><Relationship Type="http://schemas.openxmlformats.org/officeDocument/2006/relationships/notesMaster" Target="/ppt/notesMasters/notesMaster1.xml" Id="R2f12af95557945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82ae647a7449aa" /><Relationship Type="http://schemas.openxmlformats.org/officeDocument/2006/relationships/notesMaster" Target="/ppt/notesMasters/notesMaster1.xml" Id="Rdcfbfe74b57048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55a9cd8864797" /><Relationship Type="http://schemas.openxmlformats.org/officeDocument/2006/relationships/notesMaster" Target="/ppt/notesMasters/notesMaster1.xml" Id="R77112ecbb28148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8835aef4041f8" /><Relationship Type="http://schemas.openxmlformats.org/officeDocument/2006/relationships/notesMaster" Target="/ppt/notesMasters/notesMaster1.xml" Id="R6146508b420c45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df775aeca94b73" /><Relationship Type="http://schemas.openxmlformats.org/officeDocument/2006/relationships/notesMaster" Target="/ppt/notesMasters/notesMaster1.xml" Id="Rf32c508c7a9742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9e8ab290b24079" /><Relationship Type="http://schemas.openxmlformats.org/officeDocument/2006/relationships/notesMaster" Target="/ppt/notesMasters/notesMaster1.xml" Id="Re5433c86f8e844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3a0cb27ace44d7" /><Relationship Type="http://schemas.openxmlformats.org/officeDocument/2006/relationships/notesMaster" Target="/ppt/notesMasters/notesMaster1.xml" Id="R32ec267b9bda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 8. Website: https://opensource-demo.orangehrmlive.com/. Nguồn: D:\My WorkSpace\OrangeHRM-Testing\Test Report - Group 01\ASM8_2026-10-31T01-13-22-203Z\results.json. Trình bày phần cá nhân PIM, giữ riêng trạng thái nhóm.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công: docs/planning/function-allocation.md. Thiết kế: docs/test-cases/members/Group01_23130226_VoMinhNhut.xlsx, ba sheet PIM, mỗi sheet 25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automation/23130226/Playwright/run-pim.mjs; run-pim-details.mjs; pim-details-cases.json. Package version trong package-lock.json.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Automation Testing Project - Group 01/run.mjs; D:\My WorkSpace\OrangeHRM-Testing\Test Report - Group 01\ASM8_2026-10-31T01-13-22-203Z\results.json. SHA-256 source trong Envidence - Group01/ASM8_2026-10-31T01-13-22-203Z/sources.json. Screenshot report là ảnh trình duyệt của report được tạo từ log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thực tế: D:\My WorkSpace\OrangeHRM-Testing\Envidence - Group01\ASM8_2026-10-31T01-13-22-203Z\pim-emp\evidence\executions\23130226\ASM8_2026-10-31T01-13-22-203Z\screenshots\PIM_EMP_Create_01-saved.png. Nguồn log: Envidence - Group01/ASM8_2026-10-31T01-13-22-203Z/pim-emp/evidence/executions/23130226/ASM8_2026-10-31T01-13-22-203Z/results.json.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thực tế: D:\My WorkSpace\OrangeHRM-Testing\Envidence - Group01\ASM8_2026-10-31T01-13-22-203Z\pim-details\PIM_DETAILS_2026-10-31T01-19-53-422Z\screenshots\PIM_PERSONAL_Update_14-result.png. Nguồn log: Envidence - Group01/ASM8_2026-10-31T01-13-22-203Z/pim-details/PIM_DETAILS_2026-10-31T01-19-53-422Z/results.json.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thực tế: D:\My WorkSpace\OrangeHRM-Testing\Envidence - Group01\ASM8_2026-10-31T01-13-22-203Z\pim-details\PIM_DETAILS_2026-10-31T01-19-53-422Z\screenshots\PIM_JOB_UploadContract_03-validation.png. Nguồn log: Envidence - Group01/ASM8_2026-10-31T01-13-22-203Z/pim-details/PIM_DETAILS_2026-10-31T01-19-53-422Z/results.json. Dữ liệu BIN là fixture văn bản, không phải chương trình.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mới nhất theo Case ID. Nguồn lượt đầu: D:\My WorkSpace\OrangeHRM-Testing\Test Report - Group 01\ASM8_2026-10-31T01-13-22-203Z\results.json. Nguồn retest: D:\My WorkSpace\OrangeHRM-Testing\Envidence - Group01\ASM8_RETEST_2026-10-31T01-37-43-636Z\pim-emp\evidence\executions\23130226\ASM8_RETEST_2026-10-31T01-37-43-636Z\results.json. Bắt đầu 2026-10-31T01:13:22.206Z, kết thúc 2026-10-31T01:31:19.208Z. Thời gian toàn lượt gồm fixture, cleanup và các suite khác, không phải phép cộng duration từng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kiểm tra source dev 2dd65b6e85b3db46b989cc3a628416f1dd5a3475; D:\My WorkSpace\OrangeHRM-Testing\Test Report - Group 01\ASM8_2026-10-31T01-13-22-203Z\results.json; từng rawReport. Recruitment bỏ qua theo yêu cầu nhóm trưởng. Skipped không tính Pass. Chưa xác nhận flaky khi chưa có retest cùng code/dữ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D:\My WorkSpace\OrangeHRM-Testing\Test Report - Group 01\ASM8_2026-10-31T01-13-22-203Z\results.json; README project. Sản phẩm Classroom: 23130226_VoMinhNhut.pptx và 23130226_VoMinhNhut_TestScript.zip. Không đo manual cùng dữ liệu nên không nêu số phút hay phần trăm tiết kiệm.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5e9c161e845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b62d9d4054a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238997f3342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ef45d749647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8cead9c1d46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caf04b3b1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74011-1BB2-434A-ABC7-5DD9BAD96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9720E9-3F6B-4D8E-A4AD-AF79471D18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7A543F-29C8-42E7-A8DC-3509F2192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9977C-2E37-4ED0-8F61-DAB8A0A64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063615-3C30-44FF-A2D9-1D68D37E6D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52C75-D584-4919-860C-EFAE2EB78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671B75-22CE-4307-94E5-E009354B6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D8BCC6-C01F-4551-8F50-9A35191E58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2E4800-A758-4803-9AEF-7D9762DC5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BBDCC3-61D5-4D6A-A5B2-4133519839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181195113841ab" /><Relationship Type="http://schemas.openxmlformats.org/officeDocument/2006/relationships/slideLayout" Target="/ppt/slideLayouts/slideLayout1.xml" Id="Rfd1b93698c964a36" /><Relationship Type="http://schemas.openxmlformats.org/officeDocument/2006/relationships/slideLayout" Target="/ppt/slideLayouts/slideLayout2.xml" Id="R5dbc7c1193e641ea" /><Relationship Type="http://schemas.openxmlformats.org/officeDocument/2006/relationships/slideLayout" Target="/ppt/slideLayouts/slideLayout3.xml" Id="R71ea54bce79e4ecd" /><Relationship Type="http://schemas.openxmlformats.org/officeDocument/2006/relationships/slideLayout" Target="/ppt/slideLayouts/slideLayout4.xml" Id="R143fff5f98a6416e" /><Relationship Type="http://schemas.openxmlformats.org/officeDocument/2006/relationships/slideLayout" Target="/ppt/slideLayouts/slideLayout5.xml" Id="Ra5234c53e529414f" /><Relationship Type="http://schemas.openxmlformats.org/officeDocument/2006/relationships/slideLayout" Target="/ppt/slideLayouts/slideLayout6.xml" Id="R72547493796e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1b93698c964a36"/>
    <p:sldLayoutId xmlns:r="http://schemas.openxmlformats.org/officeDocument/2006/relationships" id="2147483650" r:id="R5dbc7c1193e641ea"/>
    <p:sldLayoutId xmlns:r="http://schemas.openxmlformats.org/officeDocument/2006/relationships" id="2147483651" r:id="R71ea54bce79e4ecd"/>
    <p:sldLayoutId xmlns:r="http://schemas.openxmlformats.org/officeDocument/2006/relationships" id="2147483652" r:id="R143fff5f98a6416e"/>
    <p:sldLayoutId xmlns:r="http://schemas.openxmlformats.org/officeDocument/2006/relationships" id="2147483653" r:id="Ra5234c53e529414f"/>
    <p:sldLayoutId xmlns:r="http://schemas.openxmlformats.org/officeDocument/2006/relationships" id="2147483654" r:id="R72547493796e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905f3e9f64d46" /><Relationship Type="http://schemas.openxmlformats.org/officeDocument/2006/relationships/notesSlide" Target="/ppt/notesSlides/notesSlide1.xml" Id="R420e80e786de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28939cf604187" /><Relationship Type="http://schemas.openxmlformats.org/officeDocument/2006/relationships/notesSlide" Target="/ppt/notesSlides/notesSlide2.xml" Id="R3ee57c28035443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978bbd98f4bdc" /><Relationship Type="http://schemas.openxmlformats.org/officeDocument/2006/relationships/notesSlide" Target="/ppt/notesSlides/notesSlide3.xml" Id="R1ae978b4769443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af64523394811" /><Relationship Type="http://schemas.openxmlformats.org/officeDocument/2006/relationships/image" Target="/ppt/media/image.png" Id="Rc8de04d59ab44ad9" /><Relationship Type="http://schemas.openxmlformats.org/officeDocument/2006/relationships/notesSlide" Target="/ppt/notesSlides/notesSlide4.xml" Id="R90f970cfcb2349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ace0eb836420e" /><Relationship Type="http://schemas.openxmlformats.org/officeDocument/2006/relationships/image" Target="/ppt/media/image2.png" Id="R81ee0882eba944dd" /><Relationship Type="http://schemas.openxmlformats.org/officeDocument/2006/relationships/notesSlide" Target="/ppt/notesSlides/notesSlide5.xml" Id="Rb2bba35cc498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cdd7427944c0d" /><Relationship Type="http://schemas.openxmlformats.org/officeDocument/2006/relationships/image" Target="/ppt/media/image3.png" Id="Ra2051930402b43de" /><Relationship Type="http://schemas.openxmlformats.org/officeDocument/2006/relationships/notesSlide" Target="/ppt/notesSlides/notesSlide6.xml" Id="R4f92056560cc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2310c32714951" /><Relationship Type="http://schemas.openxmlformats.org/officeDocument/2006/relationships/image" Target="/ppt/media/image4.png" Id="R8b0812a5853a4e70" /><Relationship Type="http://schemas.openxmlformats.org/officeDocument/2006/relationships/notesSlide" Target="/ppt/notesSlides/notesSlide7.xml" Id="R2437eebba41c49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c5afa73a34772" /><Relationship Type="http://schemas.openxmlformats.org/officeDocument/2006/relationships/notesSlide" Target="/ppt/notesSlides/notesSlide8.xml" Id="R4033da4c539c4b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a6f754a914dc3" /><Relationship Type="http://schemas.openxmlformats.org/officeDocument/2006/relationships/notesSlide" Target="/ppt/notesSlides/notesSlide9.xml" Id="R60bb72a7de4743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59f7c69fe4d1e" /><Relationship Type="http://schemas.openxmlformats.org/officeDocument/2006/relationships/notesSlide" Target="/ppt/notesSlides/notesSlide10.xml" Id="R87cc1bac4f6b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E759B-186E-4463-AD1E-006A410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TÍCH HỢP &amp; CHẠY</a:t>
            </a:r>
          </a:p>
          <a:p xmlns:a="http://schemas.openxmlformats.org/drawingml/2006/main">
            <a:pPr>
              <a:defRPr sz="4200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AUTOMATION TEST NHÓM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89D9C-CD17-4047-90B3-52B8960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4C3FA-FB87-4F68-A235-A00BEB3A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64A"/>
                </a:solidFill>
                <a:latin typeface="Arial"/>
                <a:ea typeface="Arial"/>
                <a:cs typeface="Arial"/>
              </a:rPr>
              <a:t>OrangeHRM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FC5DA-DE84-44FD-B5D8-88E86209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Võ Minh Nhựt · 23130226</a:t>
            </a:r>
          </a:p>
          <a:p xmlns:a="http://schemas.openxmlformats.org/drawingml/2006/main">
            <a: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Nhóm trưởng Group01</a:t>
            </a:r>
          </a:p>
          <a:p xmlns:a="http://schemas.openxmlformats.org/drawingml/2006/main">
            <a:pPr>
              <a:defRPr sz="23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PIM_EMP, PIM_PERSONAL, PIM_JOB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C21DD-12EA-478C-93F5-C103828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Software Testing · 31/10/2026</a:t>
            </a:r>
          </a:p>
        </p:txBody>
      </p:sp>
    </p:spTree>
    <p:extLst>
      <p:ext uri="{BB962C8B-B14F-4D97-AF65-F5344CB8AC3E}">
        <p14:creationId xmlns:p14="http://schemas.microsoft.com/office/powerpoint/2010/main" val="1176596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BDCA-97E9-4775-A62F-52AA52A9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Chức năng phụ trách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276C9-56E5-4628-ABD5-875AD88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2EA78-BD15-4396-98B7-4A4D15FDA36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952500"/>
                <a:gridCol w="7162800"/>
              </a:tblGrid>
              <a:tr h="77390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Chức năng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Phạm vi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PIM_EMP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Thêm, tìm/lọc, ảnh, Reset, sắp xếp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PIM_PERSONAL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Hồ sơ, validation, attachments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PIM_JOB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Công việc, hợp đồng, tệp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BF265-FFDC-498C-A31B-D2C7AE9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Mỗi case có input, expected output và assertion.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Chỉ sửa/xóa nhân viên được runner ghi nhận là fixture.</a:t>
            </a:r>
          </a:p>
        </p:txBody>
      </p:sp>
    </p:spTree>
    <p:extLst>
      <p:ext uri="{BB962C8B-B14F-4D97-AF65-F5344CB8AC3E}">
        <p14:creationId xmlns:p14="http://schemas.microsoft.com/office/powerpoint/2010/main" val="157499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04B29-539D-4F23-9127-583ED01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Automation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5F8C0-6ABE-4062-B732-6F8155C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A6602-C195-400A-936E-B3DAB7D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Playwright 1.62.1, Microsoft Edge</a:t>
            </a:r>
          </a:p>
          <a:p xmlns:a="http://schemas.openxmlformats.org/drawingml/2006/main">
            <a: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Node.js 22, JavaScript ES modules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run-pim.mjs: 25 PIM_EMP</a:t>
            </a:r>
          </a:p>
          <a:p xmlns:a="http://schemas.openxmlformats.org/drawingml/2006/main">
            <a:pPr>
              <a:defRPr sz="225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run-pim-details.mjs: 50 Personal/Job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98A10-5E51-4B02-A952-192B34CF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Ghi nhận Employee Id và employee key ngay sau tạo.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Save, mở lại hồ sơ, assert dữ liệu khớp input.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Tải PDF và đối chiếu SHA-256.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Cleanup đối chiếu đúng ID/key rồi tìm lại bản ghi.</a:t>
            </a:r>
          </a:p>
        </p:txBody>
      </p:sp>
    </p:spTree>
    <p:extLst>
      <p:ext uri="{BB962C8B-B14F-4D97-AF65-F5344CB8AC3E}">
        <p14:creationId xmlns:p14="http://schemas.microsoft.com/office/powerpoint/2010/main" val="12375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A7318-F726-4BEC-919A-BB5DC32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95E63-4DD7-4F59-A4C3-DB65D8F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B1A0D-70A5-4EBD-8BAA-14428DB7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8137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Một lệnh chạy từ repo root:</a:t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npm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Chạy riêng PIM:</a:t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npm run test:pim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Suite chạy tuần tự.</a:t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Report giữ Case ID, actual,</a:t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ảnh và trạng thái gốc.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B2362-0F6D-4759-AE5F-6460F498E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e04d59ab44ad9"/>
          <a:srcRect xmlns:a="http://schemas.openxmlformats.org/drawingml/2006/main" l="0" t="0" r="0" b="44000"/>
          <a:stretch xmlns:a="http://schemas.openxmlformats.org/drawingml/2006/main"/>
        </p:blipFill>
        <p:spPr>
          <a:xfrm xmlns:a="http://schemas.openxmlformats.org/drawingml/2006/main">
            <a:off x="4286250" y="1447800"/>
            <a:ext cx="729615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13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E6835-4CC0-4A64-88E2-B6E3D7F0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Test Execution · PIM_EMP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BC8DC-E672-4629-8E5A-C6D320D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53632-AD00-4B3C-AAFD-EECE96A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8137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Tạo nhân viên với ID riêng.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Mở lại hồ sơ và so sánh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tên, ID với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Tìm nhân viên trong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Employee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Negative case kiểm tra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Required và dữ liệu không lưu.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C2596-B8B7-47B6-96C5-3EE4EBC81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e0882eba944dd"/>
          <a:srcRect xmlns:a="http://schemas.openxmlformats.org/drawingml/2006/main" l="36000" t="12000" r="2000" b="40000"/>
          <a:stretch xmlns:a="http://schemas.openxmlformats.org/drawingml/2006/main"/>
        </p:blipFill>
        <p:spPr>
          <a:xfrm xmlns:a="http://schemas.openxmlformats.org/drawingml/2006/main">
            <a:off x="4286250" y="1447800"/>
            <a:ext cx="729615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2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6FCAB-7E28-4C16-B260-1B8780F7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Test Execution · PIM_PERSONAL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62D1-2303-481E-89CB-CDAEFA85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05A7E-89E4-4464-AAFD-7C5AF20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8137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Cập nhật hồ sơ rồi mở lại.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Kiểm tra tên, định danh,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ngày sinh và các danh mục.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Ngày nhuận 29/02/2000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là một dữ liệu hợp lệ.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Attachment: upload,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download, đối chiếu hash.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77DAF-1690-4292-9537-D14DFFEED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51930402b43de"/>
          <a:srcRect xmlns:a="http://schemas.openxmlformats.org/drawingml/2006/main" l="36000" t="12000" r="2000" b="40000"/>
          <a:stretch xmlns:a="http://schemas.openxmlformats.org/drawingml/2006/main"/>
        </p:blipFill>
        <p:spPr>
          <a:xfrm xmlns:a="http://schemas.openxmlformats.org/drawingml/2006/main">
            <a:off x="4286250" y="1447800"/>
            <a:ext cx="729615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7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52173-C8E1-47F4-9D13-DD3FF59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Test Execution · PIM_JOB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EF2D7-4245-4C40-A54A-E80AAE7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E911D-0AA0-4F00-B4F1-9D1C69B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8137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Lưu ngày vào làm và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các danh mục công việc.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Kiểm tra quan hệ ngày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bắt đầu/kết thúc hợp đồng.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BIN thuộc loại bị chặn.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Tệp bị từ chối phải giữ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nguyên hợp đồng cũ.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A285B-2190-4FCD-80C1-2F8B5FDD41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812a5853a4e70"/>
          <a:srcRect xmlns:a="http://schemas.openxmlformats.org/drawingml/2006/main" l="36000" t="12000" r="2000" b="30000"/>
          <a:stretch xmlns:a="http://schemas.openxmlformats.org/drawingml/2006/main"/>
        </p:blipFill>
        <p:spPr>
          <a:xfrm xmlns:a="http://schemas.openxmlformats.org/drawingml/2006/main">
            <a:off x="4286250" y="1447800"/>
            <a:ext cx="729615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72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16A60-1DB5-4ABE-A6F3-91F98F3E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Test Results · Cá nhân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2D08-1548-4408-B902-B487B10E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178FB-1DFB-410D-961D-9E48A12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Kết quả mới nhất theo Case ID, gồm lượt đầu và retest.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E0D5E-D25D-429E-8DD4-83D9D1C118B6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2095500"/>
                <a:gridCol w="2095500"/>
              </a:tblGrid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Chức năng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Skipped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T w="9525">
                      <a:solidFill>
                        <a:srgbClr val="CED7DE"/>
                      </a:solidFill>
                      <a:prstDash val="solid"/>
                    </a:lnT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PIM_EMP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PIM_PERSONAL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PIM_JOB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Tổng cá nhân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7DE"/>
                      </a:solidFill>
                      <a:prstDash val="solid"/>
                    </a:lnL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7DE"/>
                      </a:solidFill>
                      <a:prstDash val="solid"/>
                    </a:lnR>
                    <a:lnB w="9525">
                      <a:solidFill>
                        <a:srgbClr val="CE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9416E-6CEB-41AA-AD74-089605E3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Cá nhân lượt đầu: 73 Pass, 2 Fail. Retest (Pass/tổng): 1/2, 1/2, 2/2.</a:t>
            </a:r>
          </a:p>
          <a:p xmlns:a="http://schemas.openxmlformats.org/drawingml/2006/main">
            <a: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Lượt nhóm đầu: 79 Pass, 2 Fail, 106 Skipped.</a:t>
            </a:r>
          </a:p>
          <a:p xmlns:a="http://schemas.openxmlformats.org/drawingml/2006/main">
            <a:pPr>
              <a:defRPr sz="18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Thời gian lượt nhóm đầu: 17.95 phút. Retest lưu riêng.</a:t>
            </a:r>
          </a:p>
        </p:txBody>
      </p:sp>
    </p:spTree>
    <p:extLst>
      <p:ext uri="{BB962C8B-B14F-4D97-AF65-F5344CB8AC3E}">
        <p14:creationId xmlns:p14="http://schemas.microsoft.com/office/powerpoint/2010/main" val="971321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9EBE8-CCB1-4EFC-95B7-9BD2910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Issues &amp;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B2AC3-5183-45BB-B45C-18D6EADE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F6155-C122-4F6D-8B56-8AAE18F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Cypress: bổ sung config, support/fixture và vị trí log.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Tìm tên: dùng tên riêng để fixture xuất hiện trong gợi ý.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Sắp xếp: so sánh UI/response và hai fixture Alpha/Zulu.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Đã xử lý khoảng trắng HTML và Employee ID null khi đợi bảng.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Admin: cần selector theo node test và cleanup.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Time: cần fixture riêng, assertion và report theo case.</a:t>
            </a:r>
          </a:p>
          <a:p xmlns:a="http://schemas.openxmlformats.org/drawingml/2006/main">
            <a:pPr>
              <a:defRPr sz="202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Recruitment: Skipped theo phạm vi nhóm trưởng đã chọn.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A38D-80E7-4812-878D-286CC67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Hai case lỗi đã Pass khi retest sau sửa script.</a:t>
            </a:r>
          </a:p>
          <a:p xmlns:a="http://schemas.openxmlformats.org/drawingml/2006/main">
            <a:pPr>
              <a:defRPr sz="2100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Đây là lỗi script/oracle, chưa đủ cơ sở kết luận flaky.</a:t>
            </a:r>
          </a:p>
        </p:txBody>
      </p:sp>
    </p:spTree>
    <p:extLst>
      <p:ext uri="{BB962C8B-B14F-4D97-AF65-F5344CB8AC3E}">
        <p14:creationId xmlns:p14="http://schemas.microsoft.com/office/powerpoint/2010/main" val="1831357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EB0B-D8F4-4BB3-9BB4-E180B7F6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51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10272-766F-45AD-91D3-CA715CA9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Group01  ·  Võ Minh Nhựt 23130226  ·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9DADF-D681-41E1-AAE2-D209A98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Cá nhân: 75 Pass, 0 Fail, 0 Skipped trên 75 case PIM.</a:t>
            </a:r>
          </a:p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Có log, screenshot, fixture và kết quả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Project nhóm có lệnh chạy và report tập trung.</a:t>
            </a:r>
          </a:p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Admin/Time còn việc cần hoàn thiện trước lượt tích hợp đầy đủ.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Automation giúp lặp lại assertion và lưu minh chứng.</a:t>
            </a:r>
          </a:p>
          <a:p xmlns:a="http://schemas.openxmlformats.org/drawingml/2006/main">
            <a:pPr>
              <a:defRPr sz="2175" b="0">
                <a:solidFill>
                  <a:srgbClr val="1836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64A"/>
                </a:solidFill>
                <a:latin typeface="Arial"/>
                <a:ea typeface="Arial"/>
                <a:cs typeface="Arial"/>
              </a:rPr>
              <a:t>Chưa đo đối chứng manual nên chưa kết luận mức tiết kiệm.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FECE9-7A16-460E-A677-5D780BC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6551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65513"/>
                </a:solidFill>
                <a:latin typeface="Arial"/>
                <a:ea typeface="Arial"/>
                <a:cs typeface="Arial"/>
              </a:rPr>
              <a:t>github.com/VoxNut/OrangeHRM-Testing · nhánh dev</a:t>
            </a:r>
          </a:p>
        </p:txBody>
      </p:sp>
    </p:spTree>
    <p:extLst>
      <p:ext uri="{BB962C8B-B14F-4D97-AF65-F5344CB8AC3E}">
        <p14:creationId xmlns:p14="http://schemas.microsoft.com/office/powerpoint/2010/main" val="1029639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2026-10-31T01:48:11.6050000Z</dcterms:created>
  <dcterms:modified xsi:type="dcterms:W3CDTF">2026-10-31T01:48:11.6050000Z</dcterms:modified>
</coreProperties>
</file>